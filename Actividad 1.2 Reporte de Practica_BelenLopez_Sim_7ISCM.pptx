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3" r:id="rId1"/>
  </p:sldMasterIdLst>
  <p:sldIdLst>
    <p:sldId id="256" r:id="rId2"/>
    <p:sldId id="257" r:id="rId3"/>
    <p:sldId id="262" r:id="rId4"/>
    <p:sldId id="258" r:id="rId5"/>
    <p:sldId id="261" r:id="rId6"/>
    <p:sldId id="260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80" d="100"/>
          <a:sy n="80" d="100"/>
        </p:scale>
        <p:origin x="7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1CB79-48B0-4476-B550-9B8E0D8A515F}" type="datetimeFigureOut">
              <a:rPr lang="es-MX" smtClean="0"/>
              <a:t>26/09/2026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B4EFA-7633-4447-B1D0-F687851FDC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24282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1CB79-48B0-4476-B550-9B8E0D8A515F}" type="datetimeFigureOut">
              <a:rPr lang="es-MX" smtClean="0"/>
              <a:t>26/09/2026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B4EFA-7633-4447-B1D0-F687851FDC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81352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1CB79-48B0-4476-B550-9B8E0D8A515F}" type="datetimeFigureOut">
              <a:rPr lang="es-MX" smtClean="0"/>
              <a:t>26/09/2026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B4EFA-7633-4447-B1D0-F687851FDC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64048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1CB79-48B0-4476-B550-9B8E0D8A515F}" type="datetimeFigureOut">
              <a:rPr lang="es-MX" smtClean="0"/>
              <a:t>26/09/2026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B4EFA-7633-4447-B1D0-F687851FDC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43805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1CB79-48B0-4476-B550-9B8E0D8A515F}" type="datetimeFigureOut">
              <a:rPr lang="es-MX" smtClean="0"/>
              <a:t>26/09/2026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B4EFA-7633-4447-B1D0-F687851FDC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0705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1CB79-48B0-4476-B550-9B8E0D8A515F}" type="datetimeFigureOut">
              <a:rPr lang="es-MX" smtClean="0"/>
              <a:t>26/09/2026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B4EFA-7633-4447-B1D0-F687851FDC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43442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1CB79-48B0-4476-B550-9B8E0D8A515F}" type="datetimeFigureOut">
              <a:rPr lang="es-MX" smtClean="0"/>
              <a:t>26/09/2026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B4EFA-7633-4447-B1D0-F687851FDC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64541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1CB79-48B0-4476-B550-9B8E0D8A515F}" type="datetimeFigureOut">
              <a:rPr lang="es-MX" smtClean="0"/>
              <a:t>26/09/2026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B4EFA-7633-4447-B1D0-F687851FDC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90224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1CB79-48B0-4476-B550-9B8E0D8A515F}" type="datetimeFigureOut">
              <a:rPr lang="es-MX" smtClean="0"/>
              <a:t>26/09/2026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B4EFA-7633-4447-B1D0-F687851FDC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26829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1CB79-48B0-4476-B550-9B8E0D8A515F}" type="datetimeFigureOut">
              <a:rPr lang="es-MX" smtClean="0"/>
              <a:t>26/09/2026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B4EFA-7633-4447-B1D0-F687851FDC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10789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1CB79-48B0-4476-B550-9B8E0D8A515F}" type="datetimeFigureOut">
              <a:rPr lang="es-MX" smtClean="0"/>
              <a:t>26/09/2026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B4EFA-7633-4447-B1D0-F687851FDC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96301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1CB79-48B0-4476-B550-9B8E0D8A515F}" type="datetimeFigureOut">
              <a:rPr lang="es-MX" smtClean="0"/>
              <a:t>26/09/2026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B4EFA-7633-4447-B1D0-F687851FDCA6}" type="slidenum">
              <a:rPr lang="es-MX" smtClean="0"/>
              <a:t>‹Nº›</a:t>
            </a:fld>
            <a:endParaRPr lang="es-MX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9371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1CB79-48B0-4476-B550-9B8E0D8A515F}" type="datetimeFigureOut">
              <a:rPr lang="es-MX" smtClean="0"/>
              <a:t>26/09/2026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B4EFA-7633-4447-B1D0-F687851FDC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382276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1CB79-48B0-4476-B550-9B8E0D8A515F}" type="datetimeFigureOut">
              <a:rPr lang="es-MX" smtClean="0"/>
              <a:t>26/09/2026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B4EFA-7633-4447-B1D0-F687851FDC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49222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1CB79-48B0-4476-B550-9B8E0D8A515F}" type="datetimeFigureOut">
              <a:rPr lang="es-MX" smtClean="0"/>
              <a:t>26/09/2026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B4EFA-7633-4447-B1D0-F687851FDC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827134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1CB79-48B0-4476-B550-9B8E0D8A515F}" type="datetimeFigureOut">
              <a:rPr lang="es-MX" smtClean="0"/>
              <a:t>26/09/2026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B4EFA-7633-4447-B1D0-F687851FDC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473794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1CB79-48B0-4476-B550-9B8E0D8A515F}" type="datetimeFigureOut">
              <a:rPr lang="es-MX" smtClean="0"/>
              <a:t>26/09/2026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B4EFA-7633-4447-B1D0-F687851FDC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047296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1CB79-48B0-4476-B550-9B8E0D8A515F}" type="datetimeFigureOut">
              <a:rPr lang="es-MX" smtClean="0"/>
              <a:t>26/09/2026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B4EFA-7633-4447-B1D0-F687851FDC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73239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D21CB79-48B0-4476-B550-9B8E0D8A515F}" type="datetimeFigureOut">
              <a:rPr lang="es-MX" smtClean="0"/>
              <a:t>26/09/2026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85B4EFA-7633-4447-B1D0-F687851FDC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3656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  <p:sldLayoutId id="2147483749" r:id="rId16"/>
    <p:sldLayoutId id="2147483750" r:id="rId17"/>
    <p:sldLayoutId id="2147483751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ynthia21Morales/SIMULACION_CynthiaJasmineMT/blob/main/SIM-Tema-1/Actividad%201.2%20Reporte%20de%20Practica_CynthiaMorales_Sim_7ISCM.pptx" TargetMode="Externa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A8C18A3F-B359-B219-8C12-985F36E5120A}"/>
              </a:ext>
            </a:extLst>
          </p:cNvPr>
          <p:cNvGrpSpPr/>
          <p:nvPr/>
        </p:nvGrpSpPr>
        <p:grpSpPr>
          <a:xfrm>
            <a:off x="671033" y="78183"/>
            <a:ext cx="2709599" cy="1198176"/>
            <a:chOff x="0" y="0"/>
            <a:chExt cx="3073400" cy="1308100"/>
          </a:xfrm>
        </p:grpSpPr>
        <p:sp>
          <p:nvSpPr>
            <p:cNvPr id="6" name="Freeform 3">
              <a:extLst>
                <a:ext uri="{FF2B5EF4-FFF2-40B4-BE49-F238E27FC236}">
                  <a16:creationId xmlns:a16="http://schemas.microsoft.com/office/drawing/2014/main" id="{6A3DEC6A-4B97-F8D1-8C0B-468EBB5C90B4}"/>
                </a:ext>
              </a:extLst>
            </p:cNvPr>
            <p:cNvSpPr/>
            <p:nvPr/>
          </p:nvSpPr>
          <p:spPr>
            <a:xfrm>
              <a:off x="0" y="0"/>
              <a:ext cx="3073400" cy="1308100"/>
            </a:xfrm>
            <a:custGeom>
              <a:avLst/>
              <a:gdLst/>
              <a:ahLst/>
              <a:cxnLst/>
              <a:rect l="l" t="t" r="r" b="b"/>
              <a:pathLst>
                <a:path w="3073400" h="1308100">
                  <a:moveTo>
                    <a:pt x="0" y="0"/>
                  </a:moveTo>
                  <a:lnTo>
                    <a:pt x="3073400" y="0"/>
                  </a:lnTo>
                  <a:lnTo>
                    <a:pt x="3073400" y="1308100"/>
                  </a:lnTo>
                  <a:lnTo>
                    <a:pt x="0" y="130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7" name="Group 4">
            <a:extLst>
              <a:ext uri="{FF2B5EF4-FFF2-40B4-BE49-F238E27FC236}">
                <a16:creationId xmlns:a16="http://schemas.microsoft.com/office/drawing/2014/main" id="{95D906A4-7E20-328A-5AD6-5F5E82946B39}"/>
              </a:ext>
            </a:extLst>
          </p:cNvPr>
          <p:cNvGrpSpPr/>
          <p:nvPr/>
        </p:nvGrpSpPr>
        <p:grpSpPr>
          <a:xfrm>
            <a:off x="9992616" y="31119"/>
            <a:ext cx="1872270" cy="1245240"/>
            <a:chOff x="0" y="0"/>
            <a:chExt cx="1981200" cy="1625600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F4E133E1-6A9D-A7C5-6D4B-38E03C368723}"/>
                </a:ext>
              </a:extLst>
            </p:cNvPr>
            <p:cNvSpPr/>
            <p:nvPr/>
          </p:nvSpPr>
          <p:spPr>
            <a:xfrm>
              <a:off x="0" y="0"/>
              <a:ext cx="1981200" cy="1625600"/>
            </a:xfrm>
            <a:custGeom>
              <a:avLst/>
              <a:gdLst/>
              <a:ahLst/>
              <a:cxnLst/>
              <a:rect l="l" t="t" r="r" b="b"/>
              <a:pathLst>
                <a:path w="1981200" h="1625600">
                  <a:moveTo>
                    <a:pt x="0" y="0"/>
                  </a:moveTo>
                  <a:lnTo>
                    <a:pt x="1981200" y="0"/>
                  </a:lnTo>
                  <a:lnTo>
                    <a:pt x="1981200" y="1625600"/>
                  </a:lnTo>
                  <a:lnTo>
                    <a:pt x="0" y="162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9" name="Group 6">
            <a:extLst>
              <a:ext uri="{FF2B5EF4-FFF2-40B4-BE49-F238E27FC236}">
                <a16:creationId xmlns:a16="http://schemas.microsoft.com/office/drawing/2014/main" id="{8910A298-EA0B-B76B-E0D7-D4D05A56FB8C}"/>
              </a:ext>
            </a:extLst>
          </p:cNvPr>
          <p:cNvGrpSpPr/>
          <p:nvPr/>
        </p:nvGrpSpPr>
        <p:grpSpPr>
          <a:xfrm>
            <a:off x="5285663" y="199566"/>
            <a:ext cx="3812814" cy="709234"/>
            <a:chOff x="0" y="0"/>
            <a:chExt cx="4343400" cy="901700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F20632BE-7D9D-EA90-975D-DE372630EB65}"/>
                </a:ext>
              </a:extLst>
            </p:cNvPr>
            <p:cNvSpPr/>
            <p:nvPr/>
          </p:nvSpPr>
          <p:spPr>
            <a:xfrm>
              <a:off x="0" y="0"/>
              <a:ext cx="4343400" cy="901700"/>
            </a:xfrm>
            <a:custGeom>
              <a:avLst/>
              <a:gdLst/>
              <a:ahLst/>
              <a:cxnLst/>
              <a:rect l="l" t="t" r="r" b="b"/>
              <a:pathLst>
                <a:path w="4343400" h="901700">
                  <a:moveTo>
                    <a:pt x="0" y="0"/>
                  </a:moveTo>
                  <a:lnTo>
                    <a:pt x="4343400" y="0"/>
                  </a:lnTo>
                  <a:lnTo>
                    <a:pt x="4343400" y="901700"/>
                  </a:lnTo>
                  <a:lnTo>
                    <a:pt x="0" y="901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5" name="TextBox 9">
            <a:extLst>
              <a:ext uri="{FF2B5EF4-FFF2-40B4-BE49-F238E27FC236}">
                <a16:creationId xmlns:a16="http://schemas.microsoft.com/office/drawing/2014/main" id="{A537F143-7C95-3F9E-7047-7661DB54166E}"/>
              </a:ext>
            </a:extLst>
          </p:cNvPr>
          <p:cNvSpPr txBox="1"/>
          <p:nvPr/>
        </p:nvSpPr>
        <p:spPr>
          <a:xfrm>
            <a:off x="2535480" y="1902456"/>
            <a:ext cx="7644625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MATERIA:</a:t>
            </a:r>
          </a:p>
          <a:p>
            <a:pPr algn="ctr"/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SIMULACIÓN</a:t>
            </a:r>
          </a:p>
          <a:p>
            <a:pPr algn="ctr"/>
            <a:endParaRPr lang="en-US" sz="16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  <a:p>
            <a:pPr algn="ctr"/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SEMESTRE: </a:t>
            </a:r>
          </a:p>
          <a:p>
            <a:pPr algn="ctr"/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SEPTIMO SEMESTRE </a:t>
            </a:r>
          </a:p>
          <a:p>
            <a:pPr algn="ctr"/>
            <a:endParaRPr lang="en-US" sz="16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  <a:p>
            <a:pPr algn="ctr"/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ESPECIALIDAD:</a:t>
            </a:r>
          </a:p>
          <a:p>
            <a:pPr algn="ctr"/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INGENIERÍA EN SISTEMAS COMPUTACIONALES.</a:t>
            </a:r>
          </a:p>
          <a:p>
            <a:pPr algn="ctr"/>
            <a:endParaRPr lang="en-US" sz="16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  <a:p>
            <a:pPr algn="ctr"/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NOMBRE DEL ALUMNO:</a:t>
            </a:r>
          </a:p>
          <a:p>
            <a:pPr algn="ctr"/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SIMONE BELEN LOPEZ RAMIREZ / 231260010</a:t>
            </a:r>
          </a:p>
          <a:p>
            <a:pPr algn="ctr"/>
            <a:endParaRPr lang="en-US" sz="16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  <a:p>
            <a:pPr algn="ctr"/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NOMBRE DEL DOCENTE: </a:t>
            </a:r>
          </a:p>
          <a:p>
            <a:pPr algn="ctr"/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ING. FRANCISCO JAVIER MINGO VELAZQUEZ </a:t>
            </a:r>
          </a:p>
          <a:p>
            <a:pPr algn="ctr"/>
            <a:endParaRPr lang="en-US" sz="16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  <a:p>
            <a:pPr algn="ctr"/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NOMBRE DEL TRABAJO:</a:t>
            </a:r>
          </a:p>
          <a:p>
            <a:pPr algn="ctr"/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1.2 REPORTE DE PRACTICA</a:t>
            </a:r>
          </a:p>
          <a:p>
            <a:pPr algn="ctr"/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</a:t>
            </a:r>
          </a:p>
          <a:p>
            <a:pPr algn="ctr"/>
            <a:endParaRPr lang="en-US" sz="16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  <a:p>
            <a:pPr algn="ctr"/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FRONTERA COMALAPA, CHIAPAS. A 14 DE AGOSTO DEL 2026.</a:t>
            </a: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BFCF2299-CECC-2EF8-65CD-65D4C0942098}"/>
              </a:ext>
            </a:extLst>
          </p:cNvPr>
          <p:cNvSpPr txBox="1"/>
          <p:nvPr/>
        </p:nvSpPr>
        <p:spPr>
          <a:xfrm>
            <a:off x="2199384" y="1149738"/>
            <a:ext cx="8356475" cy="709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INSTITUTO TECNOLÓGICO DE FRONTERA COMALAPA </a:t>
            </a:r>
          </a:p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MODALIDAD MIXTA</a:t>
            </a:r>
          </a:p>
        </p:txBody>
      </p:sp>
    </p:spTree>
    <p:extLst>
      <p:ext uri="{BB962C8B-B14F-4D97-AF65-F5344CB8AC3E}">
        <p14:creationId xmlns:p14="http://schemas.microsoft.com/office/powerpoint/2010/main" val="1520223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95D3D0-8382-BF42-1B13-B77B64925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Introducción</a:t>
            </a:r>
            <a:br>
              <a:rPr lang="es-MX" b="1" dirty="0"/>
            </a:b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E62A0B-F3AF-8B5F-E978-EB6093EF7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900" y="1786068"/>
            <a:ext cx="8649325" cy="342410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proceso de atención de pedidos de Coca-Cola es una actividad importante para organizar la preparación y entrega de los productos. A través de un diagrama de flujo elaborado en Camunda, se pueden observar de manera clara y ordenada las etapas de este procedimiento, desde que se recibe el pedido hasta que se entrega o queda pendiente. Esta representación permite comprender cómo se registra el pedido, se revisa la disponibilidad del producto y se decide qué pasos seguir en cada caso.</a:t>
            </a:r>
          </a:p>
        </p:txBody>
      </p:sp>
    </p:spTree>
    <p:extLst>
      <p:ext uri="{BB962C8B-B14F-4D97-AF65-F5344CB8AC3E}">
        <p14:creationId xmlns:p14="http://schemas.microsoft.com/office/powerpoint/2010/main" val="910985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6B1812-48C9-9738-90C1-3F83DCE13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Justificación</a:t>
            </a:r>
            <a:br>
              <a:rPr lang="es-MX" b="1" dirty="0"/>
            </a:b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BC1B7C-B0C5-BC42-58B5-1A33659DB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7049" y="1881318"/>
            <a:ext cx="8677902" cy="342410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Representar la atención de pedidos de Coca-Cola mediante un diagrama de flujo permite comprender cómo se organiza el proceso y qué sucede cuando un producto está disponible o hace falta. Al mostrar cada actividad en orden, desde el registro del pedido hasta su entrega o la notificación de que queda pendiente, es más fácil identificar las decisiones que se toman durante el proceso. Además, elaborar el diagrama en Camunda ayuda a presentar esta información de forma clara y sencilla.</a:t>
            </a:r>
          </a:p>
        </p:txBody>
      </p:sp>
    </p:spTree>
    <p:extLst>
      <p:ext uri="{BB962C8B-B14F-4D97-AF65-F5344CB8AC3E}">
        <p14:creationId xmlns:p14="http://schemas.microsoft.com/office/powerpoint/2010/main" val="2168675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>
            <a:extLst>
              <a:ext uri="{FF2B5EF4-FFF2-40B4-BE49-F238E27FC236}">
                <a16:creationId xmlns:a16="http://schemas.microsoft.com/office/drawing/2014/main" id="{7127AE64-BC41-8207-DE01-DA26CD021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5636" y="114308"/>
            <a:ext cx="8886363" cy="342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23" name="Rectangle 28">
            <a:extLst>
              <a:ext uri="{FF2B5EF4-FFF2-40B4-BE49-F238E27FC236}">
                <a16:creationId xmlns:a16="http://schemas.microsoft.com/office/drawing/2014/main" id="{D8EF8552-DFAB-AB7A-2F17-16FE15764B9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20909" y="-114648"/>
            <a:ext cx="620235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SIMULACION DE DIAGRAMA DE FLUJO EN CAMUNDA:</a:t>
            </a:r>
            <a:endParaRPr kumimoji="0" lang="es-MX" altLang="es-MX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FFAFE7E-DAEF-4796-89C6-CEC2B8197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" y="2686050"/>
            <a:ext cx="10305587" cy="3849855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A74070ED-D057-48A6-9CB4-03D7493A0BE0}"/>
              </a:ext>
            </a:extLst>
          </p:cNvPr>
          <p:cNvSpPr txBox="1"/>
          <p:nvPr/>
        </p:nvSpPr>
        <p:spPr>
          <a:xfrm>
            <a:off x="676275" y="1162050"/>
            <a:ext cx="104103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“Este diagrama muestra cómo se atiende un pedido de Coca-Cola. Primero se recibe y se registra el pedido. Después se revisa si hay producto disponible. Si sí hay, se prepara el pedido, se asigna una ruta de reparto y se entrega. Si no hay, se informa que falta el producto y el pedido queda pendiente. El rombo representa la decisión que divide el proceso en esas dos posibilidades.”</a:t>
            </a:r>
          </a:p>
        </p:txBody>
      </p:sp>
    </p:spTree>
    <p:extLst>
      <p:ext uri="{BB962C8B-B14F-4D97-AF65-F5344CB8AC3E}">
        <p14:creationId xmlns:p14="http://schemas.microsoft.com/office/powerpoint/2010/main" val="621870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091C342B-96C0-6444-DA9C-CBFE63357755}"/>
              </a:ext>
            </a:extLst>
          </p:cNvPr>
          <p:cNvCxnSpPr/>
          <p:nvPr/>
        </p:nvCxnSpPr>
        <p:spPr>
          <a:xfrm>
            <a:off x="2734529" y="3279674"/>
            <a:ext cx="29527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Rectangle 13">
            <a:extLst>
              <a:ext uri="{FF2B5EF4-FFF2-40B4-BE49-F238E27FC236}">
                <a16:creationId xmlns:a16="http://schemas.microsoft.com/office/drawing/2014/main" id="{C351BC62-4AB9-FDCF-6A98-8FD53AE6EF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836" y="131223"/>
            <a:ext cx="7109717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651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651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651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651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651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651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651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651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651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65175" algn="l"/>
              </a:tabLst>
            </a:pP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SEGUNDO DIAGRAMA DE PROCESO EN DRAW.IO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65175" algn="l"/>
              </a:tabLst>
            </a:pPr>
            <a:r>
              <a:rPr lang="es-MX" sz="1600" dirty="0"/>
              <a:t>Este diagrama muestra cómo se atiende un pedido en un centro de distribución de Coca-Cola. Primero se recibe la solicitud y se revisa el inventario. Si hay producto disponible, el pedido se prepara, se le asigna una ruta y pasa al área de reparto hasta llegar al cliente. Si no hay producto, el caso pasa a atención al cliente y el pedido queda pendiente. Las flechas indican el orden de las actividades y los colores ayudan a identificar cada área y los dos posibles resultados.</a:t>
            </a:r>
            <a:endParaRPr kumimoji="0" lang="es-MX" altLang="es-MX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angle 19">
            <a:extLst>
              <a:ext uri="{FF2B5EF4-FFF2-40B4-BE49-F238E27FC236}">
                <a16:creationId xmlns:a16="http://schemas.microsoft.com/office/drawing/2014/main" id="{A9ABD7B3-EFE6-98B6-5F26-4DA66D7F7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377A229-8134-47A2-B064-B24946D64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25" y="2306407"/>
            <a:ext cx="8348129" cy="442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156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FE2A2A-790E-677F-2565-9BEEFD32A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F6874C-05D6-03B6-F270-B04708EFE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3150" y="1938468"/>
            <a:ext cx="8163552" cy="3424107"/>
          </a:xfrm>
        </p:spPr>
        <p:txBody>
          <a:bodyPr/>
          <a:lstStyle/>
          <a:p>
            <a:pPr marL="0" indent="0" algn="just">
              <a:buNone/>
            </a:pPr>
            <a:r>
              <a:rPr lang="es-MX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 este diagrama se pudo representar de forma clara cómo se atienden los pedidos en un centro de distribución de Coca-Cola. También permitió identificar qué ocurre cuando hay producto disponible y qué sucede cuando un pedido debe quedar pendiente. Así, es más fácil comprender el orden de las actividades y la función de cada área</a:t>
            </a:r>
          </a:p>
          <a:p>
            <a:pPr marL="0" indent="0" algn="just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5983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5AE06C-DB4B-D47A-5033-09B34EA18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ANEXO LINK DE LA ACTIVIDAD SOLICITADA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B7A01D-7DBC-3D2C-2A8F-6560E4BAE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75" y="2309943"/>
            <a:ext cx="10364452" cy="3424107"/>
          </a:xfrm>
        </p:spPr>
        <p:txBody>
          <a:bodyPr/>
          <a:lstStyle/>
          <a:p>
            <a:pPr marL="0" indent="0">
              <a:buNone/>
            </a:pPr>
            <a:r>
              <a:rPr lang="es-MX">
                <a:hlinkClick r:id="rId2"/>
              </a:rPr>
              <a:t>https://github.com/lopezramirezsimone-cyber/proceso-pedidos-coca-cola/blob/main/Actividad%201.2%20Reporte%20de%20Practica_BelenLopez_Sim_7ISCM.pptx</a:t>
            </a:r>
          </a:p>
          <a:p>
            <a:pPr marL="0" indent="0">
              <a:buNone/>
            </a:pPr>
            <a:endParaRPr lang="es-MX" dirty="0">
              <a:hlinkClick r:id="rId2"/>
            </a:endParaRPr>
          </a:p>
        </p:txBody>
      </p:sp>
    </p:spTree>
    <p:extLst>
      <p:ext uri="{BB962C8B-B14F-4D97-AF65-F5344CB8AC3E}">
        <p14:creationId xmlns:p14="http://schemas.microsoft.com/office/powerpoint/2010/main" val="1434526284"/>
      </p:ext>
    </p:extLst>
  </p:cSld>
  <p:clrMapOvr>
    <a:masterClrMapping/>
  </p:clrMapOvr>
</p:sld>
</file>

<file path=ppt/theme/theme1.xml><?xml version="1.0" encoding="utf-8"?>
<a:theme xmlns:a="http://schemas.openxmlformats.org/drawingml/2006/main" name="Gota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ota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ota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Gota</Template>
  <TotalTime>115</TotalTime>
  <Words>523</Words>
  <Application>Microsoft Office PowerPoint</Application>
  <PresentationFormat>Panorámica</PresentationFormat>
  <Paragraphs>35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Tw Cen MT</vt:lpstr>
      <vt:lpstr>Gota</vt:lpstr>
      <vt:lpstr>Presentación de PowerPoint</vt:lpstr>
      <vt:lpstr>Introducción </vt:lpstr>
      <vt:lpstr>Justificación </vt:lpstr>
      <vt:lpstr>Presentación de PowerPoint</vt:lpstr>
      <vt:lpstr>Presentación de PowerPoint</vt:lpstr>
      <vt:lpstr>Conclusión </vt:lpstr>
      <vt:lpstr>ANEXO LINK DE LA ACTIVIDAD SOLICITADA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HP 840 G5</dc:creator>
  <cp:lastModifiedBy>Belen</cp:lastModifiedBy>
  <cp:revision>7</cp:revision>
  <dcterms:created xsi:type="dcterms:W3CDTF">2025-08-17T02:41:38Z</dcterms:created>
  <dcterms:modified xsi:type="dcterms:W3CDTF">2026-09-26T12:53:42Z</dcterms:modified>
</cp:coreProperties>
</file>